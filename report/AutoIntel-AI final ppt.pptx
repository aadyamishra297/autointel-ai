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Source Sans 3" panose="020B0604020202020204" charset="0"/>
      <p:regular r:id="rId15"/>
    </p:embeddedFont>
    <p:embeddedFont>
      <p:font typeface="Source Sans 3 Bold" panose="020B0604020202020204" charset="0"/>
      <p:regular r:id="rId16"/>
    </p:embeddedFont>
    <p:embeddedFont>
      <p:font typeface="Source Serif 4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2T09:26:29.2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0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97452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AutoIntel AI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1640979"/>
            <a:ext cx="6223638" cy="70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Intelligent Vehicle Diagnosis and Maintenance Assistant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98086" y="2424609"/>
            <a:ext cx="622363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Summer Internship Project — Tata Motors, Technologies Department, Jamshedpur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3310334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by: 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8086" y="3853855"/>
            <a:ext cx="6223638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Aadya Mishra 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Sukhmeet Kaur  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Ankita Manna 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Shivantika Singh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8086" y="5564188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Guide: Tata Motors, Technologies Department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3552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301974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Why AutoIntel AI?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894409"/>
            <a:ext cx="1529121" cy="9450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76537" y="2894409"/>
            <a:ext cx="349459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Existing challenges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476537" y="3307358"/>
            <a:ext cx="349459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Modern vehicles emit complex OBD-II codes that most owners cannot interpret. Diagnosis typically needs specialised scanners and professional mechanics, increasing time, cost and service dependency.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463" y="2894409"/>
            <a:ext cx="1529121" cy="9450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98915" y="2894409"/>
            <a:ext cx="349469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998915" y="3307358"/>
            <a:ext cx="3494695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AutoIntel AI lets users describe problems in plain language and returns probable faults, OBD-II codes, repair steps, estimated cost &amp; time, plus preventive maintenance advice.</a:t>
            </a:r>
            <a:endParaRPr lang="en-US" sz="15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29B1B4-2281-48CE-115B-76B0D886A656}"/>
                  </a:ext>
                </a:extLst>
              </p14:cNvPr>
              <p14:cNvContentPartPr/>
              <p14:nvPr/>
            </p14:nvContentPartPr>
            <p14:xfrm>
              <a:off x="10590208" y="5990150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29B1B4-2281-48CE-115B-76B0D886A6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27208" y="592715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3006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Objectives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81570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 an AI-powered diagnostic assistant that converts user complaints into actionable vehicle diagnoses. Key goals: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359223"/>
            <a:ext cx="3465525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3860" y="2565003"/>
            <a:ext cx="3053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NLP Complaint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3860" y="2977952"/>
            <a:ext cx="30539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Parse natural-language complaints to extract symptoms and context.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63035" y="2359223"/>
            <a:ext cx="3465525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68810" y="2565003"/>
            <a:ext cx="30539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Fault Identification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8810" y="2977952"/>
            <a:ext cx="30539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 most probable faults and map to OBD-II codes.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27985" y="2359223"/>
            <a:ext cx="3465624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33760" y="2565003"/>
            <a:ext cx="30540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Repair Guidance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33760" y="2977952"/>
            <a:ext cx="30540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repair procedures, estimated cost and repair time.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98086" y="4021534"/>
            <a:ext cx="5298049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3860" y="4227314"/>
            <a:ext cx="48865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Preventive Maintenance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3860" y="4640263"/>
            <a:ext cx="48865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 recommendations to reduce future failures and improve vehicle health.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95560" y="4021534"/>
            <a:ext cx="5298049" cy="1462881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1334" y="4227314"/>
            <a:ext cx="48865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User Experience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1334" y="4640263"/>
            <a:ext cx="488650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Intuitive web UI for fast, explainable diagnostics and downloadable reports.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98086" y="5708749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212949"/>
            <a:ext cx="8096643" cy="4554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5893594"/>
            <a:ext cx="10795524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comprehensive workflow outlines the journey of a user query, from initial complaint to a detailed diagnostic report, leveraging advanced AI and knowledge bases at each stage.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4688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Architecture —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15" y="1339056"/>
            <a:ext cx="7967166" cy="4508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96280" y="1904664"/>
            <a:ext cx="1714425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Vehicle Selection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096280" y="2183619"/>
            <a:ext cx="2793278" cy="15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vehicle make, model, and year.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380764" y="2794158"/>
            <a:ext cx="1714425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Complaint Input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301911" y="3073113"/>
            <a:ext cx="2793278" cy="15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 plain-language symptom description.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96280" y="3685929"/>
            <a:ext cx="1714425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NLP Analysis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96280" y="3964884"/>
            <a:ext cx="2793278" cy="15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 entities and intents from text.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2029" y="4576562"/>
            <a:ext cx="1714425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Similarity Matching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303176" y="4855518"/>
            <a:ext cx="2793278" cy="15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 similar cases and historical patterns.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8086" y="5973862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8463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Architecture — Core Modules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475309"/>
            <a:ext cx="4928767" cy="2793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19759" y="1969889"/>
            <a:ext cx="53801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modules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119759" y="2462609"/>
            <a:ext cx="5380101" cy="251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 user interface — guided complaint input &amp; results view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NLP engine — sentence transformers for semantic embedding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Similarity matching engine — nearest-neighbour retrieval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knowledge stores — vehicle master, OBD-II, repairs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 generator — PDF export with explanations and scores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19759" y="5155406"/>
            <a:ext cx="538010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module is designed for modular testing and future scaling to cloud databases and real-time OBD-II connections.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1394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Technology Stack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199580"/>
            <a:ext cx="2549263" cy="2101255"/>
          </a:xfrm>
          <a:prstGeom prst="roundRect">
            <a:avLst>
              <a:gd name="adj" fmla="val 398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03860" y="2405360"/>
            <a:ext cx="21377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03860" y="2818309"/>
            <a:ext cx="213771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Streamlit — rapid prototyping, interactive widgets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446773" y="2199580"/>
            <a:ext cx="2549362" cy="2101255"/>
          </a:xfrm>
          <a:prstGeom prst="roundRect">
            <a:avLst>
              <a:gd name="adj" fmla="val 398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2548" y="2405360"/>
            <a:ext cx="213781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Database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2548" y="2818309"/>
            <a:ext cx="213781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— compact, easy to integrate during prototyping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95560" y="2199580"/>
            <a:ext cx="2549263" cy="2101255"/>
          </a:xfrm>
          <a:prstGeom prst="roundRect">
            <a:avLst>
              <a:gd name="adj" fmla="val 398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1334" y="2405360"/>
            <a:ext cx="21377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1334" y="2818309"/>
            <a:ext cx="213771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Pandas — ETL for vehicle &amp; repair datasets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944247" y="2199580"/>
            <a:ext cx="2549362" cy="2101255"/>
          </a:xfrm>
          <a:prstGeom prst="roundRect">
            <a:avLst>
              <a:gd name="adj" fmla="val 398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50022" y="2405360"/>
            <a:ext cx="213781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50022" y="2818309"/>
            <a:ext cx="2137813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Sentence Transformers + similarity matching — explainable retrieval-based predictions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8086" y="4500265"/>
            <a:ext cx="10795524" cy="1143695"/>
          </a:xfrm>
          <a:prstGeom prst="roundRect">
            <a:avLst>
              <a:gd name="adj" fmla="val 732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03860" y="4706045"/>
            <a:ext cx="103839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Stack Rationale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3860" y="5118993"/>
            <a:ext cx="1038397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Lightweight deployment, explainability, and easy migration to cloud services when scaling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5993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Implementation &amp; Key Features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45569"/>
            <a:ext cx="755036" cy="943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2452" y="2645569"/>
            <a:ext cx="24279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User-friendly input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702452" y="3058517"/>
            <a:ext cx="242792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Natural-language complaint capture with optional structured fields (vehicle model, mileage, recent events).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04" y="2645569"/>
            <a:ext cx="755036" cy="9437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84070" y="2645569"/>
            <a:ext cx="24279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Explainable AI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384070" y="3058517"/>
            <a:ext cx="242792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Similarity scores and example complaints shown to justify predictions.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322" y="2645569"/>
            <a:ext cx="755036" cy="9437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5688" y="2645569"/>
            <a:ext cx="24279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Deliverables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065688" y="3058517"/>
            <a:ext cx="242792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PDF diagnosis reports with fault ranking, OBD-II codes, repair steps, cost &amp; time estimates, and preventive actions.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98086" y="4878784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multiple faults diagnoses, alternative recommendations, and a vehicle health score to prioritise interventions.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5878"/>
            <a:ext cx="9456203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Results &amp; Achievements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556" y="689967"/>
            <a:ext cx="730728" cy="7307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736" y="1467048"/>
            <a:ext cx="10795524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we validated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04436" y="1838372"/>
            <a:ext cx="10795524" cy="116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Accurate mapping from complaints to probable faults and OBD-II codes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Generation of actionable repair procedures with time &amp; cost estimates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Explanation via similarity scores and example matches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Downloadable diagnostic reports for users and service centres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4436" y="3069941"/>
            <a:ext cx="10795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Impact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91736" y="3449746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Speeds preliminary diagnosis, lowers unnecessary service visits, improves owner understanding, and helps service centres prioritise repairs.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04436" y="4105644"/>
            <a:ext cx="10795524" cy="1905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98086" y="4423271"/>
            <a:ext cx="107955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Comparison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98086" y="4854773"/>
            <a:ext cx="10795524" cy="1439466"/>
          </a:xfrm>
          <a:prstGeom prst="roundRect">
            <a:avLst>
              <a:gd name="adj" fmla="val 43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54054" y="4934744"/>
            <a:ext cx="386566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Aspect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15521" y="4934744"/>
            <a:ext cx="386248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Traditional Diagnosis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973813" y="4934744"/>
            <a:ext cx="3973512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AutoIntel AI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04436" y="5217815"/>
            <a:ext cx="10782824" cy="3566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54054" y="5291435"/>
            <a:ext cx="386566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Input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415521" y="5291435"/>
            <a:ext cx="386248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inspection / scanner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73813" y="5291435"/>
            <a:ext cx="3973512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 language complaint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04436" y="5574506"/>
            <a:ext cx="10782824" cy="3566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54054" y="5648127"/>
            <a:ext cx="386566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415521" y="5648127"/>
            <a:ext cx="386248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Time-consuming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973813" y="5648127"/>
            <a:ext cx="3973512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Near-instant preliminary diagnosis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04436" y="5931198"/>
            <a:ext cx="10782824" cy="3566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54054" y="6004818"/>
            <a:ext cx="386566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Guidance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415521" y="6004818"/>
            <a:ext cx="3862489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Requires technical expertise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973813" y="6004818"/>
            <a:ext cx="3973512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Repair steps, cost &amp; time estimate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863501"/>
            <a:ext cx="844132" cy="8441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8491" y="1012374"/>
            <a:ext cx="9444496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Future Scope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98086" y="2112665"/>
            <a:ext cx="3478522" cy="1998663"/>
          </a:xfrm>
          <a:prstGeom prst="roundRect">
            <a:avLst>
              <a:gd name="adj" fmla="val 3982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912988" y="2327573"/>
            <a:ext cx="304871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Enhanced analysis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12988" y="2714129"/>
            <a:ext cx="3048717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LLMs to improve contextual understanding and multi-complaint reasoning.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356586" y="2112665"/>
            <a:ext cx="3478522" cy="1998663"/>
          </a:xfrm>
          <a:prstGeom prst="roundRect">
            <a:avLst>
              <a:gd name="adj" fmla="val 3982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1489" y="2327573"/>
            <a:ext cx="304871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Real-time data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571489" y="2714129"/>
            <a:ext cx="3048717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 to OBD-II scanners for live telemetry, error streaming and sensor-level diagnostics.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015087" y="2112665"/>
            <a:ext cx="3478522" cy="1998663"/>
          </a:xfrm>
          <a:prstGeom prst="roundRect">
            <a:avLst>
              <a:gd name="adj" fmla="val 3982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989" y="2327573"/>
            <a:ext cx="304871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Scale &amp; platform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229989" y="2714129"/>
            <a:ext cx="3048717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Migrate to cloud databases (PostgreSQL/MongoDB) and microservices for fleet-scale deployments.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98086" y="4291310"/>
            <a:ext cx="5307773" cy="1407517"/>
          </a:xfrm>
          <a:prstGeom prst="roundRect">
            <a:avLst>
              <a:gd name="adj" fmla="val 5655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12988" y="4506218"/>
            <a:ext cx="487796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Mobile &amp; accessibility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12988" y="4892774"/>
            <a:ext cx="4877968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Native Android/iOS apps, voice input and multilingual support for wider adoption.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85837" y="4291310"/>
            <a:ext cx="5307773" cy="1407517"/>
          </a:xfrm>
          <a:prstGeom prst="roundRect">
            <a:avLst>
              <a:gd name="adj" fmla="val 5655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739" y="4506218"/>
            <a:ext cx="487796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Predictive maintenance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400739" y="4892774"/>
            <a:ext cx="4877968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time-series and ML models to predict failures and schedule proactive service.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8086" y="5901333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Long-term vision: a real-time intelligent automotive assistant for drivers, service centres and fleet managers.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717179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Conclusion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603004"/>
            <a:ext cx="6223638" cy="199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AutoIntel AI demonstrates a practical, explainable application of AI and NLP to simplify vehicle diagnostics. It bridges user language and technical OBD-II knowledge to deliver actionable, cost-aware repair guidance and preventive recommendations.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98086" y="4821634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E335A0-06A5-0F15-CA86-D9EB00E9A23D}"/>
              </a:ext>
            </a:extLst>
          </p:cNvPr>
          <p:cNvSpPr/>
          <p:nvPr/>
        </p:nvSpPr>
        <p:spPr>
          <a:xfrm>
            <a:off x="4561190" y="2967335"/>
            <a:ext cx="3069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FF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719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700</Words>
  <Application>Microsoft Office PowerPoint</Application>
  <PresentationFormat>Widescreen</PresentationFormat>
  <Paragraphs>112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Source Serif 4 SemiBold</vt:lpstr>
      <vt:lpstr>Source Sans 3</vt:lpstr>
      <vt:lpstr>Source Sans 3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Aadya Mishra</dc:creator>
  <cp:lastModifiedBy>Aadya Mishra</cp:lastModifiedBy>
  <cp:revision>3</cp:revision>
  <dcterms:created xsi:type="dcterms:W3CDTF">2026-07-16T17:02:44Z</dcterms:created>
  <dcterms:modified xsi:type="dcterms:W3CDTF">2026-07-22T10:18:53Z</dcterms:modified>
</cp:coreProperties>
</file>